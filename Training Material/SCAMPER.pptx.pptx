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mbria Bold" charset="1" panose="02040803050406030204"/>
      <p:regular r:id="rId17"/>
    </p:embeddedFon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Welcome! Today I'm applying SCAMPER to solve a simple but annoying problem: losing your TV remote or game controller. Let's go.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for 4 seconds: Read letter, word, and idea.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for 4 seconds: Read letter, word, and idea.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for 4 seconds: Read letter, word, and idea.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for 4 seconds: Read letter, word, and idea.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for 4 seconds: Read letter, word, and idea.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for 4 seconds: Read letter, word, and idea.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for 4 seconds: Read letter, word, and idea.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1280160"/>
            <a:ext cx="16093440" cy="2377440"/>
            <a:chOff x="0" y="0"/>
            <a:chExt cx="21457920" cy="3169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457920" cy="3188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E9456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SCAMPER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3657600"/>
            <a:ext cx="16093440" cy="1280160"/>
            <a:chOff x="0" y="0"/>
            <a:chExt cx="2145792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45792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Wireless Controller Tracker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5486400"/>
            <a:ext cx="16093440" cy="2560320"/>
            <a:chOff x="0" y="0"/>
            <a:chExt cx="21457920" cy="3413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79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1457920" cy="3499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 Misplaced remote or controller? Your device should be able to locate itself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4583" y="8399783"/>
            <a:ext cx="848363" cy="848363"/>
            <a:chOff x="0" y="0"/>
            <a:chExt cx="113115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8412480"/>
            <a:ext cx="822960" cy="822960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370583" y="8399783"/>
            <a:ext cx="848363" cy="848363"/>
            <a:chOff x="0" y="0"/>
            <a:chExt cx="1131151" cy="1131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383280" y="8412480"/>
            <a:ext cx="822960" cy="822960"/>
            <a:chOff x="0" y="0"/>
            <a:chExt cx="109728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656583" y="8399783"/>
            <a:ext cx="848363" cy="848363"/>
            <a:chOff x="0" y="0"/>
            <a:chExt cx="1131151" cy="11311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669280" y="8412480"/>
            <a:ext cx="822960" cy="822960"/>
            <a:chOff x="0" y="0"/>
            <a:chExt cx="1097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42583" y="8399783"/>
            <a:ext cx="848363" cy="848363"/>
            <a:chOff x="0" y="0"/>
            <a:chExt cx="1131151" cy="11311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955280" y="8412480"/>
            <a:ext cx="822960" cy="822960"/>
            <a:chOff x="0" y="0"/>
            <a:chExt cx="10972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28583" y="8399783"/>
            <a:ext cx="848363" cy="848363"/>
            <a:chOff x="0" y="0"/>
            <a:chExt cx="1131151" cy="11311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241280" y="8412480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514583" y="8399783"/>
            <a:ext cx="848363" cy="848363"/>
            <a:chOff x="0" y="0"/>
            <a:chExt cx="1131151" cy="11311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527280" y="8412480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800583" y="8399783"/>
            <a:ext cx="848363" cy="848363"/>
            <a:chOff x="0" y="0"/>
            <a:chExt cx="1131151" cy="1131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4813280" y="8412480"/>
            <a:ext cx="822960" cy="822960"/>
            <a:chOff x="0" y="0"/>
            <a:chExt cx="10972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972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-914400"/>
            <a:ext cx="10058400" cy="11887200"/>
            <a:chOff x="0" y="0"/>
            <a:chExt cx="13411200" cy="158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5849600"/>
            </a:xfrm>
            <a:custGeom>
              <a:avLst/>
              <a:gdLst/>
              <a:ahLst/>
              <a:cxnLst/>
              <a:rect r="r" b="b" t="t" l="l"/>
              <a:pathLst>
                <a:path h="1584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849600"/>
                  </a:lnTo>
                  <a:lnTo>
                    <a:pt x="0" y="158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31" t="0" r="-10163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11200" cy="1585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0"/>
                </a:lnSpc>
              </a:pPr>
              <a:r>
                <a:rPr lang="en-US" sz="64000" b="true">
                  <a:solidFill>
                    <a:srgbClr val="F0F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1084583"/>
            <a:ext cx="2037083" cy="2037083"/>
            <a:chOff x="0" y="0"/>
            <a:chExt cx="271611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097280"/>
            <a:ext cx="2011680" cy="2011680"/>
            <a:chOff x="0" y="0"/>
            <a:chExt cx="26822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822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3280" y="1188720"/>
            <a:ext cx="13716000" cy="1737360"/>
            <a:chOff x="0" y="0"/>
            <a:chExt cx="1828800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82880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Substitute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3143" y="3462023"/>
            <a:ext cx="16118843" cy="80267"/>
            <a:chOff x="0" y="0"/>
            <a:chExt cx="21491791" cy="107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91829" cy="107061"/>
            </a:xfrm>
            <a:custGeom>
              <a:avLst/>
              <a:gdLst/>
              <a:ahLst/>
              <a:cxnLst/>
              <a:rect r="r" b="b" t="t" l="l"/>
              <a:pathLst>
                <a:path h="10706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BEBEB"/>
            </a:solidFill>
            <a:ln w="25400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74420" y="4146717"/>
            <a:ext cx="16139160" cy="175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6"/>
              </a:lnSpc>
            </a:pPr>
            <a:r>
              <a:rPr lang="en-US" sz="4356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Replace manual searching with a smartphone-based locating system that allows users to instantly find misplaced wireless devices.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840" y="9509760"/>
            <a:ext cx="16276320" cy="548640"/>
            <a:chOff x="0" y="0"/>
            <a:chExt cx="21701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SCAMPER  ·  Find My Controller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-914400"/>
            <a:ext cx="10058400" cy="11887200"/>
            <a:chOff x="0" y="0"/>
            <a:chExt cx="13411200" cy="158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5849600"/>
            </a:xfrm>
            <a:custGeom>
              <a:avLst/>
              <a:gdLst/>
              <a:ahLst/>
              <a:cxnLst/>
              <a:rect r="r" b="b" t="t" l="l"/>
              <a:pathLst>
                <a:path h="1584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849600"/>
                  </a:lnTo>
                  <a:lnTo>
                    <a:pt x="0" y="158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31" t="0" r="-10163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11200" cy="1585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0"/>
                </a:lnSpc>
              </a:pPr>
              <a:r>
                <a:rPr lang="en-US" sz="64000" b="true">
                  <a:solidFill>
                    <a:srgbClr val="F0F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1084583"/>
            <a:ext cx="2037083" cy="2037083"/>
            <a:chOff x="0" y="0"/>
            <a:chExt cx="271611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097280"/>
            <a:ext cx="2011680" cy="2011680"/>
            <a:chOff x="0" y="0"/>
            <a:chExt cx="26822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822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3280" y="1188720"/>
            <a:ext cx="13716000" cy="1737360"/>
            <a:chOff x="0" y="0"/>
            <a:chExt cx="1828800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82880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Combine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3143" y="3462023"/>
            <a:ext cx="16118843" cy="80267"/>
            <a:chOff x="0" y="0"/>
            <a:chExt cx="21491791" cy="107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91829" cy="107061"/>
            </a:xfrm>
            <a:custGeom>
              <a:avLst/>
              <a:gdLst/>
              <a:ahLst/>
              <a:cxnLst/>
              <a:rect r="r" b="b" t="t" l="l"/>
              <a:pathLst>
                <a:path h="10706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BEBEB"/>
            </a:solidFill>
            <a:ln w="25400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82374" y="4148709"/>
            <a:ext cx="15723253" cy="17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Combin</a:t>
            </a: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e wireless devices with smart home assistants, allowing users to locate devices through voice commands.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840" y="9509760"/>
            <a:ext cx="16276320" cy="548640"/>
            <a:chOff x="0" y="0"/>
            <a:chExt cx="21701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SCAMPER  ·  Find My Controller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-914400"/>
            <a:ext cx="10058400" cy="11887200"/>
            <a:chOff x="0" y="0"/>
            <a:chExt cx="13411200" cy="158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5849600"/>
            </a:xfrm>
            <a:custGeom>
              <a:avLst/>
              <a:gdLst/>
              <a:ahLst/>
              <a:cxnLst/>
              <a:rect r="r" b="b" t="t" l="l"/>
              <a:pathLst>
                <a:path h="1584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849600"/>
                  </a:lnTo>
                  <a:lnTo>
                    <a:pt x="0" y="158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31" t="0" r="-10163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11200" cy="1585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0"/>
                </a:lnSpc>
              </a:pPr>
              <a:r>
                <a:rPr lang="en-US" sz="64000" b="true">
                  <a:solidFill>
                    <a:srgbClr val="F0F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1084583"/>
            <a:ext cx="2037083" cy="2037083"/>
            <a:chOff x="0" y="0"/>
            <a:chExt cx="271611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097280"/>
            <a:ext cx="2011680" cy="2011680"/>
            <a:chOff x="0" y="0"/>
            <a:chExt cx="26822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822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3280" y="1188720"/>
            <a:ext cx="13716000" cy="1737360"/>
            <a:chOff x="0" y="0"/>
            <a:chExt cx="1828800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82880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Adapt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3143" y="3462023"/>
            <a:ext cx="16118843" cy="80267"/>
            <a:chOff x="0" y="0"/>
            <a:chExt cx="21491791" cy="107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91829" cy="107061"/>
            </a:xfrm>
            <a:custGeom>
              <a:avLst/>
              <a:gdLst/>
              <a:ahLst/>
              <a:cxnLst/>
              <a:rect r="r" b="b" t="t" l="l"/>
              <a:pathLst>
                <a:path h="10706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BEBEB"/>
            </a:solidFill>
            <a:ln w="25400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02357" y="4148709"/>
            <a:ext cx="16083286" cy="17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Adapt the functionality of Apple's Find My and AirTag ecosystem to create a tracking network for wireless controllers.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840" y="9509760"/>
            <a:ext cx="16276320" cy="548640"/>
            <a:chOff x="0" y="0"/>
            <a:chExt cx="21701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SCAMPER  ·  Find My Controller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-914400"/>
            <a:ext cx="10058400" cy="11887200"/>
            <a:chOff x="0" y="0"/>
            <a:chExt cx="13411200" cy="158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5849600"/>
            </a:xfrm>
            <a:custGeom>
              <a:avLst/>
              <a:gdLst/>
              <a:ahLst/>
              <a:cxnLst/>
              <a:rect r="r" b="b" t="t" l="l"/>
              <a:pathLst>
                <a:path h="1584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849600"/>
                  </a:lnTo>
                  <a:lnTo>
                    <a:pt x="0" y="158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31" t="0" r="-10163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11200" cy="1585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0"/>
                </a:lnSpc>
              </a:pPr>
              <a:r>
                <a:rPr lang="en-US" sz="64000" b="true">
                  <a:solidFill>
                    <a:srgbClr val="F0F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1084583"/>
            <a:ext cx="2037083" cy="2037083"/>
            <a:chOff x="0" y="0"/>
            <a:chExt cx="271611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097280"/>
            <a:ext cx="2011680" cy="2011680"/>
            <a:chOff x="0" y="0"/>
            <a:chExt cx="26822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822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3280" y="1188720"/>
            <a:ext cx="13716000" cy="1737360"/>
            <a:chOff x="0" y="0"/>
            <a:chExt cx="1828800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82880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Modify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3143" y="3462023"/>
            <a:ext cx="16118843" cy="80267"/>
            <a:chOff x="0" y="0"/>
            <a:chExt cx="21491791" cy="107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91829" cy="107061"/>
            </a:xfrm>
            <a:custGeom>
              <a:avLst/>
              <a:gdLst/>
              <a:ahLst/>
              <a:cxnLst/>
              <a:rect r="r" b="b" t="t" l="l"/>
              <a:pathLst>
                <a:path h="10706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BEBEB"/>
            </a:solidFill>
            <a:ln w="25400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04944" y="4148709"/>
            <a:ext cx="15723253" cy="17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Modify device firmware so the home hub, that is,  the TV or console can broadcast a "ping" signal the controller responds to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840" y="9509760"/>
            <a:ext cx="16276320" cy="548640"/>
            <a:chOff x="0" y="0"/>
            <a:chExt cx="21701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SCAMPER  ·  Find My Controller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-914400"/>
            <a:ext cx="10058400" cy="11887200"/>
            <a:chOff x="0" y="0"/>
            <a:chExt cx="13411200" cy="158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5849600"/>
            </a:xfrm>
            <a:custGeom>
              <a:avLst/>
              <a:gdLst/>
              <a:ahLst/>
              <a:cxnLst/>
              <a:rect r="r" b="b" t="t" l="l"/>
              <a:pathLst>
                <a:path h="1584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849600"/>
                  </a:lnTo>
                  <a:lnTo>
                    <a:pt x="0" y="158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31" t="0" r="-10163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11200" cy="1585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0"/>
                </a:lnSpc>
              </a:pPr>
              <a:r>
                <a:rPr lang="en-US" sz="64000" b="true">
                  <a:solidFill>
                    <a:srgbClr val="F0F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1084583"/>
            <a:ext cx="2037083" cy="2037083"/>
            <a:chOff x="0" y="0"/>
            <a:chExt cx="271611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097280"/>
            <a:ext cx="2011680" cy="2011680"/>
            <a:chOff x="0" y="0"/>
            <a:chExt cx="26822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822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3280" y="1188720"/>
            <a:ext cx="13716000" cy="1737360"/>
            <a:chOff x="0" y="0"/>
            <a:chExt cx="1828800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82880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Put to other uses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3143" y="3462023"/>
            <a:ext cx="16118843" cy="80267"/>
            <a:chOff x="0" y="0"/>
            <a:chExt cx="21491791" cy="107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91829" cy="107061"/>
            </a:xfrm>
            <a:custGeom>
              <a:avLst/>
              <a:gdLst/>
              <a:ahLst/>
              <a:cxnLst/>
              <a:rect r="r" b="b" t="t" l="l"/>
              <a:pathLst>
                <a:path h="10706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BEBEB"/>
            </a:solidFill>
            <a:ln w="25400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97280" y="4356354"/>
            <a:ext cx="16093440" cy="349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Use the controller's wireless communication module for real-time location tracking and it’s vibration motor to provide haptic feedback, making it easier to locate when hidden under cushions or furniture.</a:t>
            </a:r>
          </a:p>
          <a:p>
            <a:pPr algn="l">
              <a:lnSpc>
                <a:spcPts val="6864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05840" y="9509760"/>
            <a:ext cx="16276320" cy="548640"/>
            <a:chOff x="0" y="0"/>
            <a:chExt cx="21701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SCAMPER  ·  Find My Controller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-914400"/>
            <a:ext cx="10058400" cy="11887200"/>
            <a:chOff x="0" y="0"/>
            <a:chExt cx="13411200" cy="158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5849600"/>
            </a:xfrm>
            <a:custGeom>
              <a:avLst/>
              <a:gdLst/>
              <a:ahLst/>
              <a:cxnLst/>
              <a:rect r="r" b="b" t="t" l="l"/>
              <a:pathLst>
                <a:path h="1584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849600"/>
                  </a:lnTo>
                  <a:lnTo>
                    <a:pt x="0" y="158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31" t="0" r="-10163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11200" cy="1585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0"/>
                </a:lnSpc>
              </a:pPr>
              <a:r>
                <a:rPr lang="en-US" sz="64000" b="true">
                  <a:solidFill>
                    <a:srgbClr val="F0F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1084583"/>
            <a:ext cx="2037083" cy="2037083"/>
            <a:chOff x="0" y="0"/>
            <a:chExt cx="271611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097280"/>
            <a:ext cx="2011680" cy="2011680"/>
            <a:chOff x="0" y="0"/>
            <a:chExt cx="26822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822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3280" y="1188720"/>
            <a:ext cx="13716000" cy="1737360"/>
            <a:chOff x="0" y="0"/>
            <a:chExt cx="1828800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82880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Eliminate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3143" y="3462023"/>
            <a:ext cx="16118843" cy="80267"/>
            <a:chOff x="0" y="0"/>
            <a:chExt cx="21491791" cy="107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91829" cy="107061"/>
            </a:xfrm>
            <a:custGeom>
              <a:avLst/>
              <a:gdLst/>
              <a:ahLst/>
              <a:cxnLst/>
              <a:rect r="r" b="b" t="t" l="l"/>
              <a:pathLst>
                <a:path h="10706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BEBEB"/>
            </a:solidFill>
            <a:ln w="25400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256387"/>
            <a:ext cx="16276320" cy="262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Eliminate time-consuming manual searches by providing a dedicated “Find Device” button on the connected TV, console, or smartphone app.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840" y="9509760"/>
            <a:ext cx="16276320" cy="548640"/>
            <a:chOff x="0" y="0"/>
            <a:chExt cx="21701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SCAMPER  ·  Find My Controller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-914400"/>
            <a:ext cx="10058400" cy="11887200"/>
            <a:chOff x="0" y="0"/>
            <a:chExt cx="13411200" cy="158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00" cy="15849600"/>
            </a:xfrm>
            <a:custGeom>
              <a:avLst/>
              <a:gdLst/>
              <a:ahLst/>
              <a:cxnLst/>
              <a:rect r="r" b="b" t="t" l="l"/>
              <a:pathLst>
                <a:path h="1584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849600"/>
                  </a:lnTo>
                  <a:lnTo>
                    <a:pt x="0" y="1584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631" t="0" r="-10163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11200" cy="1585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0"/>
                </a:lnSpc>
              </a:pPr>
              <a:r>
                <a:rPr lang="en-US" sz="64000" b="true">
                  <a:solidFill>
                    <a:srgbClr val="F0F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3143" y="1084583"/>
            <a:ext cx="2037083" cy="2037083"/>
            <a:chOff x="0" y="0"/>
            <a:chExt cx="271611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E94560"/>
            </a:solidFill>
            <a:ln w="25400" cap="sq">
              <a:solidFill>
                <a:srgbClr val="E9456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5840" y="1097280"/>
            <a:ext cx="2011680" cy="2011680"/>
            <a:chOff x="0" y="0"/>
            <a:chExt cx="26822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6822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3280" y="1188720"/>
            <a:ext cx="13716000" cy="1737360"/>
            <a:chOff x="0" y="0"/>
            <a:chExt cx="1828800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82880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Reverse / Rearrange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3143" y="3462023"/>
            <a:ext cx="16118843" cy="80267"/>
            <a:chOff x="0" y="0"/>
            <a:chExt cx="21491791" cy="107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91829" cy="107061"/>
            </a:xfrm>
            <a:custGeom>
              <a:avLst/>
              <a:gdLst/>
              <a:ahLst/>
              <a:cxnLst/>
              <a:rect r="r" b="b" t="t" l="l"/>
              <a:pathLst>
                <a:path h="10706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BEBEB"/>
            </a:solidFill>
            <a:ln w="25400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148709"/>
            <a:ext cx="16276320" cy="176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4400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nstead of users searching for controllers, enable controllers to automatically notify users when they are left in unusual locations.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840" y="9509760"/>
            <a:ext cx="16276320" cy="548640"/>
            <a:chOff x="0" y="0"/>
            <a:chExt cx="21701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0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056" r="0" b="-528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701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892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SCAMPER  ·  Find My Controller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DAHMDQwqhcs</dc:identifier>
  <dcterms:modified xsi:type="dcterms:W3CDTF">2011-08-01T06:04:30Z</dcterms:modified>
  <cp:revision>1</cp:revision>
  <dc:title>SCAMPER.pptx</dc:title>
</cp:coreProperties>
</file>